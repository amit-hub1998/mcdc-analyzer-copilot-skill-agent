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MCDC Analyzer — Copilot Skill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code analysis for test coverage gaps — works entirely in VS Code with GitHub Copilot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0" y="274320"/>
            <a:ext cx="16459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Skill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GITHUB COPILOT ENVIRONMENT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 CODE EXECUTION  •  PURE STATIC ANALYSIS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848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PySpark Code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148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/ .py files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86000" y="1943100"/>
            <a:ext cx="365760" cy="0"/>
          </a:xfrm>
          <a:prstGeom prst="line">
            <a:avLst/>
          </a:prstGeom>
          <a:noFill/>
          <a:ln w="25400">
            <a:solidFill>
              <a:srgbClr val="9E9E9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743200" y="150876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61848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34640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834640" y="2148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for MCDC"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663440" y="1943100"/>
            <a:ext cx="365760" cy="0"/>
          </a:xfrm>
          <a:prstGeom prst="line">
            <a:avLst/>
          </a:prstGeom>
          <a:noFill/>
          <a:ln w="25400">
            <a:solidFill>
              <a:srgbClr val="9E9E9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120640" y="150876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80CB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618488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Discovery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212080" y="21488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+ analyze.py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7040880" y="1943100"/>
            <a:ext cx="365760" cy="0"/>
          </a:xfrm>
          <a:prstGeom prst="line">
            <a:avLst/>
          </a:prstGeom>
          <a:noFill/>
          <a:ln w="25400">
            <a:solidFill>
              <a:srgbClr val="9E9E9E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498080" y="1508760"/>
            <a:ext cx="1371600" cy="868680"/>
          </a:xfrm>
          <a:prstGeom prst="rect">
            <a:avLst/>
          </a:prstGeom>
          <a:solidFill>
            <a:srgbClr val="E0F2F1"/>
          </a:solidFill>
          <a:ln w="19050">
            <a:solidFill>
              <a:srgbClr val="4DB6A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1848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0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Parser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589520" y="21488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AST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1828800" y="2560320"/>
            <a:ext cx="192024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920240" y="2670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Extractor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920240" y="2926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filter / when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3931920" y="2560320"/>
            <a:ext cx="192024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023360" y="2670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MCDC Generator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023360" y="2926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test cases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6035040" y="2560320"/>
            <a:ext cx="192024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126480" y="2670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Detector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6126480" y="2926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branches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3794760" y="2903220"/>
            <a:ext cx="9144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triangle"/>
          </a:ln>
        </p:spPr>
      </p:sp>
      <p:sp>
        <p:nvSpPr>
          <p:cNvPr id="38" name="Shape 32"/>
          <p:cNvSpPr/>
          <p:nvPr/>
        </p:nvSpPr>
        <p:spPr>
          <a:xfrm>
            <a:off x="5897880" y="2903220"/>
            <a:ext cx="9144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triangle"/>
          </a:ln>
        </p:spPr>
      </p:sp>
      <p:sp>
        <p:nvSpPr>
          <p:cNvPr id="39" name="Text 33"/>
          <p:cNvSpPr/>
          <p:nvPr/>
        </p:nvSpPr>
        <p:spPr>
          <a:xfrm>
            <a:off x="365760" y="3291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Patterns: if/elif/else  •  .filter()  •  .where()  •  .when()/.otherwise()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57200" y="3566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457200" y="3794760"/>
            <a:ext cx="2560320" cy="64008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86200"/>
            <a:ext cx="228600" cy="2286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68680" y="3867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MCDC Test Cases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868680" y="4069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for N conditions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3291840" y="3794760"/>
            <a:ext cx="2560320" cy="64008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886200"/>
            <a:ext cx="228600" cy="2286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3703320" y="3867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Gaps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3703320" y="4069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branches</a:t>
            </a:r>
            <a:endParaRPr lang="en-US" sz="800" dirty="0"/>
          </a:p>
        </p:txBody>
      </p:sp>
      <p:sp>
        <p:nvSpPr>
          <p:cNvPr id="49" name="Shape 41"/>
          <p:cNvSpPr/>
          <p:nvPr/>
        </p:nvSpPr>
        <p:spPr>
          <a:xfrm>
            <a:off x="6126480" y="3794760"/>
            <a:ext cx="2560320" cy="64008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3886200"/>
            <a:ext cx="228600" cy="22860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537960" y="3867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Scenarios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6537960" y="40690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NULL, boundary, edge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365760" y="4526280"/>
            <a:ext cx="4114800" cy="502920"/>
          </a:xfrm>
          <a:prstGeom prst="rect">
            <a:avLst/>
          </a:prstGeom>
          <a:solidFill>
            <a:srgbClr val="E8F5E9"/>
          </a:solidFill>
          <a:ln w="19050">
            <a:solidFill>
              <a:srgbClr val="66BB6A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636008"/>
            <a:ext cx="274320" cy="27432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868680" y="45994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— Zero Data Access Required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868680" y="4782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static analysis using Python AST. No code execution, no data connection needed.</a:t>
            </a:r>
            <a:endParaRPr lang="en-US" sz="800" dirty="0"/>
          </a:p>
        </p:txBody>
      </p:sp>
      <p:sp>
        <p:nvSpPr>
          <p:cNvPr id="57" name="Shape 47"/>
          <p:cNvSpPr/>
          <p:nvPr/>
        </p:nvSpPr>
        <p:spPr>
          <a:xfrm>
            <a:off x="4663440" y="4526280"/>
            <a:ext cx="4114800" cy="50292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74D"/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4636008"/>
            <a:ext cx="274320" cy="274320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5166360" y="45994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PySpark/Python Patterns Only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5166360" y="4782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if/filter/when patterns. Custom functions or dynamic SQL require manual review.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MCDC Analyzer - Architecture</dc:title>
  <dc:subject>PptxGenJS Presentation</dc:subject>
  <dc:creator>MCDC Analyzer Team</dc:creator>
  <cp:lastModifiedBy>MCDC Analyzer Team</cp:lastModifiedBy>
  <cp:revision>1</cp:revision>
  <dcterms:created xsi:type="dcterms:W3CDTF">2026-04-28T04:52:07Z</dcterms:created>
  <dcterms:modified xsi:type="dcterms:W3CDTF">2026-04-28T04:52:07Z</dcterms:modified>
</cp:coreProperties>
</file>